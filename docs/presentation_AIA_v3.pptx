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71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574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8A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848187" y="1417320"/>
            <a:ext cx="1554480" cy="1463040"/>
          </a:xfrm>
          <a:prstGeom prst="ellipse">
            <a:avLst/>
          </a:prstGeom>
          <a:solidFill>
            <a:srgbClr val="048A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3162017" y="1394460"/>
            <a:ext cx="1463040" cy="14630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625057" y="1554480"/>
            <a:ext cx="410125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SleepAI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2468880" y="3200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100" i="1" dirty="0">
                <a:solidFill>
                  <a:srgbClr val="54C6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Et si analyser une nuit de sommeil</a:t>
            </a:r>
            <a:endParaRPr lang="en-US" sz="2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100" i="1" dirty="0">
                <a:solidFill>
                  <a:srgbClr val="54C6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prenait 2 secondes au lieu de 4 heures ? »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246888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EB7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EEG  ·  ECG  ·  FastAPI  ·  Streamlit  ·  Docker  ·  GitHub Actions  ·  HuggingFace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 </a:t>
            </a:r>
            <a:r>
              <a:rPr lang="en-US" sz="1100" dirty="0" err="1">
                <a:solidFill>
                  <a:srgbClr val="889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Deldicque</a:t>
            </a:r>
            <a:r>
              <a:rPr lang="en-US" sz="1100" dirty="0">
                <a:solidFill>
                  <a:srgbClr val="889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-   Jedha Bootcamp AIA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 : un goulot d'étranglement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48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personnes touchées par l'apnée du sommeil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43400" y="1371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F83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80 %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343400" y="22402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cas non </a:t>
            </a:r>
            <a:r>
              <a:rPr lang="en-US" sz="1300" dirty="0" err="1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diagnostiqués</a:t>
            </a:r>
            <a:r>
              <a:rPr lang="en-US" sz="13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épidémie silencieuse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1371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h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046720" y="22402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d'analyse manuelle par patient, segment par segment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0972800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Aujourd'hui, le parcours d'un examen du sommeil 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77240" y="39502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Nuit d'enregistrement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4315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8h de capteurs EEG + ECG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54680" y="38404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74720" y="384048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11880" y="39502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manuelle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11880" y="4315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à 6h par un technicien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89320" y="38404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384048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446520" y="39502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Rendu médecin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4315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2-4 semaines, logiciels à 20 000€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823960" y="38404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0" y="384048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0F4F8"/>
          </a:solidFill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9281160" y="39502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281160" y="4315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souvent trop tard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0749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E848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40080" y="52120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heures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40080" y="5742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C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d'analyse manuelle par patient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50749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048A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6217920" y="52120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 secondes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6217920" y="5742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EE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SleepAI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SleepAI : ce qu'on a construit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Signaux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EEG / ECG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249424" y="13716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05456" y="13716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551176" y="137160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0" y="13716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70832" y="13716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048A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416552" y="137160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80176" y="13716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36208" y="13716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281928" y="137160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45552" y="13716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1584" y="13716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147304" y="137160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710928" y="137160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966960" y="1371600"/>
            <a:ext cx="1627632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10012680" y="137160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</a:t>
            </a:r>
            <a:endParaRPr lang="en-US" sz="11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2395728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0080" y="23957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GitHub Actions   →   Tests pytest   →   Build Docker   →   Deploy HuggingFace Spaces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063240"/>
            <a:ext cx="53492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40080" y="3063240"/>
            <a:ext cx="5349240" cy="502920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914400" y="3063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EEG - Stades du sommeil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37033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Sleep-EDF (PhysioNet) - 28 sujets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40690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features temporelles &amp; spectrales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44348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/ N1 / N2 / N3 / REM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0120" y="5257800"/>
            <a:ext cx="4709160" cy="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960120" y="5349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Précision </a:t>
            </a: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83,4 %  ·  F1 0,83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5669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Validé par split au niveau sujet.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3063240"/>
            <a:ext cx="53492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25400">
            <a:solidFill>
              <a:srgbClr val="048A81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6263640" y="3063240"/>
            <a:ext cx="5349240" cy="502920"/>
          </a:xfrm>
          <a:prstGeom prst="roundRect">
            <a:avLst>
              <a:gd name="adj" fmla="val 18182"/>
            </a:avLst>
          </a:prstGeom>
          <a:solidFill>
            <a:srgbClr val="048A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6537960" y="3063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ECG -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d'apnées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0" y="37033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Apnea-ECG (PhysioNet) - 35 sujets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40690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HRV, intervalles RR, QRS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83680" y="44348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/ Apnée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83680" y="5257800"/>
            <a:ext cx="4709160" cy="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6583680" y="5349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 </a:t>
            </a:r>
            <a:r>
              <a:rPr lang="en-US" sz="1700" b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0,967  →  0,70*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83680" y="5669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*split par sujet : la vraie performance, sans fuite de données.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architecture MLOps de bout en bout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donnée brute au déploiement : les quatre piliers du Bloc 4.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4069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48A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Tracking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Paramètres &amp; métriques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5387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Artefacts modèles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41056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de runs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46725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Reproductibilité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1828800"/>
            <a:ext cx="2606040" cy="4069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429000" y="18288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54C6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65760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Docker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0" y="2971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endpoints REST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0" y="35387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/ health / monitoring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7600" y="41056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Pydantic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0" y="46725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Containerisation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1828800"/>
            <a:ext cx="2606040" cy="4069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217920" y="18288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EF835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4652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465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GitHub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46520" y="2971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jobs automatiques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46520" y="35387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+ coverage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41056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Docker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46520" y="46725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HuggingFace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06840" y="1828800"/>
            <a:ext cx="2606040" cy="4069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9006840" y="18288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E8485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9235440" y="1920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23544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Drift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235440" y="2971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Statistiques temps réel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235440" y="35387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de dérive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235440" y="41056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prédictions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235440" y="467258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sur seuils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choix assumés, des limites lucides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0F4F8"/>
          </a:solidFill>
          <a:ln w="19050">
            <a:solidFill>
              <a:srgbClr val="048A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960120" y="15087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Random Forest, pas du Deep Learning 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05840" y="2386584"/>
            <a:ext cx="109728" cy="109728"/>
          </a:xfrm>
          <a:prstGeom prst="ellipse">
            <a:avLst/>
          </a:prstGeom>
          <a:solidFill>
            <a:srgbClr val="048A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261872" y="23317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 dataset (28 / 35 sujets) : un CNN sur-apprendrait.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05840" y="3044952"/>
            <a:ext cx="109728" cy="109728"/>
          </a:xfrm>
          <a:prstGeom prst="ellipse">
            <a:avLst/>
          </a:prstGeom>
          <a:solidFill>
            <a:srgbClr val="048A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261872" y="299008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Interprétable : la feature importance parle au clinicien.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703320"/>
            <a:ext cx="109728" cy="109728"/>
          </a:xfrm>
          <a:prstGeom prst="ellipse">
            <a:avLst/>
          </a:prstGeom>
          <a:solidFill>
            <a:srgbClr val="048A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261872" y="364845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Rapide : &lt; 50 ms par prédiction, compatible API temps réel.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05840" y="4361688"/>
            <a:ext cx="109728" cy="109728"/>
          </a:xfrm>
          <a:prstGeom prst="ellipse">
            <a:avLst/>
          </a:prstGeom>
          <a:solidFill>
            <a:srgbClr val="048A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261872" y="430682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reconnue en polysomnographie.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05840" y="5020056"/>
            <a:ext cx="109728" cy="109728"/>
          </a:xfrm>
          <a:prstGeom prst="ellipse">
            <a:avLst/>
          </a:prstGeom>
          <a:solidFill>
            <a:srgbClr val="048A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261872" y="496519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sujet du Bloc 4, c'est l'architecture MLOps, pas le score absolu.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32588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58368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reconnues  →  axes d'amélioration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583680" y="2148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24414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35 sujets de recherche</a:t>
            </a:r>
            <a:r>
              <a:rPr lang="en-US" sz="1150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1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sujets, partenariats hospitaliers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83680" y="3081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37413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statique</a:t>
            </a:r>
            <a:r>
              <a:rPr lang="en-US" sz="1150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1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1D, réentraînement Airflow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83680" y="40142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43068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non sécurisé</a:t>
            </a:r>
            <a:r>
              <a:rPr lang="en-US" sz="1150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1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JWT, chiffrement, hébergement HDS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83680" y="49469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Clinique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0" y="523951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validation patients réels</a:t>
            </a:r>
            <a:r>
              <a:rPr lang="en-US" sz="1150" b="1" dirty="0">
                <a:solidFill>
                  <a:srgbClr val="EF83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r>
              <a:rPr lang="en-US" sz="11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étude pilote avec médecins du sommeil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080760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vraie valeur du projet : le raisonnement </a:t>
            </a:r>
            <a:r>
              <a:rPr lang="en-US" sz="1400" i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système</a:t>
            </a: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- pas le modèle.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8A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914400" y="777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SleepAI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914400" y="2084832"/>
            <a:ext cx="146304" cy="146304"/>
          </a:xfrm>
          <a:prstGeom prst="ellipse">
            <a:avLst/>
          </a:prstGeom>
          <a:solidFill>
            <a:srgbClr val="048A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problème réel, identifié sur le terrain - vécu d'infirmière IDEL.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146304" cy="146304"/>
          </a:xfrm>
          <a:prstGeom prst="ellipse">
            <a:avLst/>
          </a:prstGeom>
          <a:solidFill>
            <a:srgbClr val="048A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280160" y="2670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pipeline MLOps end-to-end : 2 modèles, API, dashboard, CI/CD.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401568"/>
            <a:ext cx="146304" cy="146304"/>
          </a:xfrm>
          <a:prstGeom prst="ellipse">
            <a:avLst/>
          </a:prstGeom>
          <a:solidFill>
            <a:srgbClr val="048A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280160" y="332841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générative Claude intégrée, avec validation clinique du médecin.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4059936"/>
            <a:ext cx="146304" cy="146304"/>
          </a:xfrm>
          <a:prstGeom prst="ellipse">
            <a:avLst/>
          </a:prstGeom>
          <a:solidFill>
            <a:srgbClr val="048A8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1280160" y="39867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CE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déployé sur HuggingFace Spaces, open source.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4892040"/>
            <a:ext cx="10424160" cy="777240"/>
          </a:xfrm>
          <a:prstGeom prst="roundRect">
            <a:avLst>
              <a:gd name="adj" fmla="val 11765"/>
            </a:avLst>
          </a:prstGeom>
          <a:solidFill>
            <a:srgbClr val="22335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54C6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Le cerveau qui analyse votre sommeil fatigue aussi. SleepAI est conçu pour l'aider. 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5943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marinedde-sleepai-api.hf.space   ·   marinedde-sleepai-dashboard.hf.space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560</Words>
  <Application>Microsoft Macintosh PowerPoint</Application>
  <PresentationFormat>Grand écran</PresentationFormat>
  <Paragraphs>119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9" baseType="lpstr">
      <vt:lpstr>Arial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SleepAI</dc:title>
  <dc:subject>PptxGenJS Presentation</dc:subject>
  <dc:creator>Marine Deldicque</dc:creator>
  <cp:lastModifiedBy>Marine deldicque</cp:lastModifiedBy>
  <cp:revision>2</cp:revision>
  <dcterms:created xsi:type="dcterms:W3CDTF">2026-06-22T11:45:38Z</dcterms:created>
  <dcterms:modified xsi:type="dcterms:W3CDTF">2026-06-22T11:53:24Z</dcterms:modified>
</cp:coreProperties>
</file>